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200B3F0-A9BC-48CE-8EB6-ECE965069900}" type="datetimeFigureOut">
              <a:rPr lang="en-US" dirty="0"/>
              <a:pPr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712A-F861-4AB0-A754-4F5A2033CD4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07B7-F2DC-4B2C-B14D-58A9766807A2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483D-5CB4-4842-8F2F-05D5276ACF63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32E-9DC0-47C8-A657-48F5C3E4A10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5C0D-8C3A-4771-A43D-83937FC700D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3D2D6-FCC2-425A-A4A7-8058E8C01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2683-E6E7-4CC3-9EEE-7854DD4F3545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20F81-B39D-4CBB-8BF3-5D6E395D0F72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FFFF-3106-4DDB-AA62-0C80862170D6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38B7-AE95-4DC8-9A51-7A71F545B098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EC2B-8188-4AC2-9F0D-8D09C51D505A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B75E-944F-430B-BE5F-C69FA8823C0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0DC7-7F53-471C-A711-B3DA6F2535F3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4C9D-4618-451D-80C1-6A376BB42AB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2318-CE40-42F6-962A-4C6D6CF697D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6AC1-EB7F-4BEF-90D9-5764B50DAF8A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64B320A-89BA-47B2-A525-92E8D10B06E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3B08-9C05-4545-8095-9FAB4EA26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61A5D-5D97-4DF0-A7D4-770704A22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 exiting space racing combat </a:t>
            </a:r>
            <a:r>
              <a:rPr lang="en-US" dirty="0" err="1"/>
              <a:t>rpg</a:t>
            </a:r>
            <a:r>
              <a:rPr lang="en-US" dirty="0"/>
              <a:t> on a halo like ring in space with built in gravity to support terrain changing environments. However,</a:t>
            </a:r>
          </a:p>
          <a:p>
            <a:r>
              <a:rPr lang="en-US" dirty="0"/>
              <a:t>you journey though the hardships of a combat racer in space and meet many people, make friends, make enemies and upgrade your car.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54620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6848-E004-4FAD-AE7A-0AADB30F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World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008F5-FFCB-49A0-8253-8A4EE371A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terrain of the ring structure changes, bringing about different environments every time. This of course, means different and new events pop up.</a:t>
            </a:r>
          </a:p>
          <a:p>
            <a:r>
              <a:rPr lang="en-US" dirty="0"/>
              <a:t>These events can drop car parts for upgrading you car. You also have a skill tree for driver and car skills. You can also create your own garage gang and race against other space garage gangs.</a:t>
            </a:r>
          </a:p>
          <a:p>
            <a:r>
              <a:rPr lang="en-US" dirty="0"/>
              <a:t>Many elements of a long journey with many great moments and hardships.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8996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B9A8-4D16-4545-B8B2-3AB93E6A0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239" y="425286"/>
            <a:ext cx="9404723" cy="1400530"/>
          </a:xfrm>
        </p:spPr>
        <p:txBody>
          <a:bodyPr/>
          <a:lstStyle/>
          <a:p>
            <a:r>
              <a:rPr lang="en-IE" dirty="0"/>
              <a:t>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98058-294B-4AE6-9AF4-985EE12B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168" y="154999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Rpg - Leveling system , racing game , winning car system , Terrain is changing. </a:t>
            </a:r>
            <a:endParaRPr lang="en-IE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1980B-CCC4-4947-BE7A-AABCDCDB7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96" y="2775770"/>
            <a:ext cx="3333539" cy="2502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EC20C4-F5A4-48F4-9CA6-1C121A298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483" y="2746519"/>
            <a:ext cx="4191226" cy="25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01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21E5-6C6B-4C0D-A00E-C3E527E33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5424" y="621792"/>
            <a:ext cx="5364717" cy="1238653"/>
          </a:xfrm>
        </p:spPr>
        <p:txBody>
          <a:bodyPr/>
          <a:lstStyle/>
          <a:p>
            <a:r>
              <a:rPr lang="en-IE" dirty="0"/>
              <a:t>Gameplay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F5DDC-090B-46F6-A69E-AE5159462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2802276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Leveling up while racing and unlocking new cars , racing on a rainbow road , the map is constantly changing with falling entities.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868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78D1-C4DB-4E80-AA2B-23BCA897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Feature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6ABB-AAEB-4C2A-AF2D-DC3677C75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62" y="2402340"/>
            <a:ext cx="8761413" cy="3416300"/>
          </a:xfrm>
        </p:spPr>
        <p:txBody>
          <a:bodyPr/>
          <a:lstStyle/>
          <a:p>
            <a:r>
              <a:rPr lang="en-IE" dirty="0"/>
              <a:t>Space Role Playing game</a:t>
            </a:r>
          </a:p>
          <a:p>
            <a:r>
              <a:rPr lang="en-IE" dirty="0"/>
              <a:t>Main currency is cars</a:t>
            </a:r>
          </a:p>
          <a:p>
            <a:r>
              <a:rPr lang="en-IE" dirty="0"/>
              <a:t>Main way of getting through the game is getting the best cars</a:t>
            </a:r>
          </a:p>
          <a:p>
            <a:r>
              <a:rPr lang="en-IE" dirty="0"/>
              <a:t>If you lose the race you lose the car</a:t>
            </a:r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D7535-8F01-4260-9682-6C794EFCB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665" y="3852936"/>
            <a:ext cx="4814012" cy="270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1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452B-0770-4CF7-80EF-91ECAA9E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Market </a:t>
            </a:r>
            <a:r>
              <a:rPr lang="en-IE" dirty="0" err="1"/>
              <a:t>Analasis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3B46E-F439-47A4-886B-8820FB4EC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Similar games: GTA 5, other need for speed games</a:t>
            </a:r>
          </a:p>
          <a:p>
            <a:r>
              <a:rPr lang="en-IE" dirty="0"/>
              <a:t>Typical customer : ages early teen to late 20s</a:t>
            </a:r>
          </a:p>
          <a:p>
            <a:r>
              <a:rPr lang="en-IE" dirty="0"/>
              <a:t>Profit: astronomical profits are estimated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D0AE7-DB1E-4B54-90B6-756DEB99A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76" y="3968496"/>
            <a:ext cx="3476173" cy="2607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F27D35-6BB5-448A-A685-84CA65EF6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927" y="4124706"/>
            <a:ext cx="4080256" cy="2295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02934F-EA16-4A82-A776-E408EAFE7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4124706"/>
            <a:ext cx="2882392" cy="216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47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3</TotalTime>
  <Words>235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Elevator Pitch</vt:lpstr>
      <vt:lpstr>World Background</vt:lpstr>
      <vt:lpstr>Pillars</vt:lpstr>
      <vt:lpstr>Gameplay </vt:lpstr>
      <vt:lpstr>Feature points</vt:lpstr>
      <vt:lpstr>Market Analasis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Elevator Pitch</dc:title>
  <dc:creator>(Student) - Richard Buturla</dc:creator>
  <cp:lastModifiedBy>(Student) - Richard Buturla</cp:lastModifiedBy>
  <cp:revision>2</cp:revision>
  <dcterms:created xsi:type="dcterms:W3CDTF">2021-11-12T13:47:57Z</dcterms:created>
  <dcterms:modified xsi:type="dcterms:W3CDTF">2021-11-12T14:02:33Z</dcterms:modified>
</cp:coreProperties>
</file>