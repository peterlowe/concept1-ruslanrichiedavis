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D200B3F0-A9BC-48CE-8EB6-ECE965069900}" type="datetimeFigureOut">
              <a:rPr lang="en-US" dirty="0"/>
              <a:pPr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712A-F861-4AB0-A754-4F5A2033CD4B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07B7-F2DC-4B2C-B14D-58A9766807A2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A483D-5CB4-4842-8F2F-05D5276ACF63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CE32E-9DC0-47C8-A657-48F5C3E4A10B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5C0D-8C3A-4771-A43D-83937FC700D4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3D2D6-FCC2-425A-A4A7-8058E8C01CB1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F2683-E6E7-4CC3-9EEE-7854DD4F3545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20F81-B39D-4CBB-8BF3-5D6E395D0F72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FFFF-3106-4DDB-AA62-0C80862170D6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38B7-AE95-4DC8-9A51-7A71F545B098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EC2B-8188-4AC2-9F0D-8D09C51D505A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B75E-944F-430B-BE5F-C69FA8823C04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0DC7-7F53-471C-A711-B3DA6F2535F3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F4C9D-4618-451D-80C1-6A376BB42AB4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2318-CE40-42F6-962A-4C6D6CF697DB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6AC1-EB7F-4BEF-90D9-5764B50DAF8A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64B320A-89BA-47B2-A525-92E8D10B06E4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3B08-9C05-4545-8095-9FAB4EA26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Elevator Pitch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061A5D-5D97-4DF0-A7D4-770704A221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An exiting space racing combat </a:t>
            </a:r>
            <a:r>
              <a:rPr lang="en-US" dirty="0" err="1"/>
              <a:t>rpg</a:t>
            </a:r>
            <a:r>
              <a:rPr lang="en-US" dirty="0"/>
              <a:t> on a halo like ring in space with built in gravity to support terrain changing environments. However,</a:t>
            </a:r>
          </a:p>
          <a:p>
            <a:r>
              <a:rPr lang="en-US" dirty="0"/>
              <a:t>you journey though the hardships of a combat racer in space and meet many people, make friends, make enemies and upgrade your car.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54620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A6848-E004-4FAD-AE7A-0AADB30FA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World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008F5-FFCB-49A0-8253-8A4EE371A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terrain of the ring structure changes, bringing about different environments every time. This of course, means different and new events pop up.</a:t>
            </a:r>
          </a:p>
          <a:p>
            <a:r>
              <a:rPr lang="en-US" dirty="0"/>
              <a:t>These events can drop car parts for upgrading you car. You also have a skill tree for driver and car skills. You can also create your own garage gang and race against other space garage gangs.</a:t>
            </a:r>
          </a:p>
          <a:p>
            <a:r>
              <a:rPr lang="en-US" dirty="0"/>
              <a:t>Many elements of a long journey with many great moments and hardships.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899685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2</TotalTime>
  <Words>134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Ion Boardroom</vt:lpstr>
      <vt:lpstr>Elevator Pitch</vt:lpstr>
      <vt:lpstr>World Background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Elevator Pitch</dc:title>
  <dc:creator>(Student) - Richard Buturla</dc:creator>
  <cp:lastModifiedBy>(Student) - Richard Buturla</cp:lastModifiedBy>
  <cp:revision>1</cp:revision>
  <dcterms:created xsi:type="dcterms:W3CDTF">2021-11-12T13:47:57Z</dcterms:created>
  <dcterms:modified xsi:type="dcterms:W3CDTF">2021-11-12T13:50:13Z</dcterms:modified>
</cp:coreProperties>
</file>