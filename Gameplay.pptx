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21E5-6C6B-4C0D-A00E-C3E527E33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5424" y="621792"/>
            <a:ext cx="5364717" cy="1238653"/>
          </a:xfrm>
        </p:spPr>
        <p:txBody>
          <a:bodyPr/>
          <a:lstStyle/>
          <a:p>
            <a:r>
              <a:rPr lang="en-IE" dirty="0"/>
              <a:t>Gameplay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DF5DDC-090B-46F6-A69E-AE5159462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2802276"/>
            <a:ext cx="8825658" cy="8614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Leveling up while racing and unlocking new cars , racing on a rainbow road , the map is constantly changing with falling entities.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86190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DB9A8-4D16-4545-B8B2-3AB93E6A0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6239" y="425286"/>
            <a:ext cx="9404723" cy="1400530"/>
          </a:xfrm>
        </p:spPr>
        <p:txBody>
          <a:bodyPr/>
          <a:lstStyle/>
          <a:p>
            <a:r>
              <a:rPr lang="en-IE" dirty="0"/>
              <a:t>Pillars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98058-294B-4AE6-9AF4-985EE12BA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168" y="1549998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Rpg - Leveling system , racing game , winning car system , Terrain is changing. </a:t>
            </a:r>
            <a:endParaRPr lang="en-IE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1980B-CCC4-4947-BE7A-AABCDCDB7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96" y="2775770"/>
            <a:ext cx="3333539" cy="2502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EC20C4-F5A4-48F4-9CA6-1C121A298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483" y="2746519"/>
            <a:ext cx="4191226" cy="256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843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42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Ion</vt:lpstr>
      <vt:lpstr>Gameplay </vt:lpstr>
      <vt:lpstr>Pillars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Gameplay </dc:title>
  <dc:creator>(Student) - Davis Golovins</dc:creator>
  <cp:lastModifiedBy>(Student) - Davis Golovins</cp:lastModifiedBy>
  <cp:revision>1</cp:revision>
  <dcterms:created xsi:type="dcterms:W3CDTF">2021-11-12T13:46:43Z</dcterms:created>
  <dcterms:modified xsi:type="dcterms:W3CDTF">2021-11-12T13:52:17Z</dcterms:modified>
</cp:coreProperties>
</file>